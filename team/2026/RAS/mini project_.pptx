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4" r:id="rId3"/>
    <p:sldId id="265" r:id="rId4"/>
    <p:sldId id="266" r:id="rId5"/>
    <p:sldId id="257" r:id="rId6"/>
    <p:sldId id="259" r:id="rId7"/>
    <p:sldId id="262" r:id="rId8"/>
    <p:sldId id="260" r:id="rId9"/>
    <p:sldId id="261" r:id="rId10"/>
    <p:sldId id="273" r:id="rId11"/>
    <p:sldId id="275" r:id="rId12"/>
    <p:sldId id="274" r:id="rId13"/>
    <p:sldId id="276" r:id="rId14"/>
    <p:sldId id="270" r:id="rId15"/>
    <p:sldId id="258" r:id="rId16"/>
    <p:sldId id="268" r:id="rId17"/>
    <p:sldId id="263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696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83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3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784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107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28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4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48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30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7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96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48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1765" y="2386744"/>
            <a:ext cx="6939520" cy="1645920"/>
          </a:xfrm>
        </p:spPr>
        <p:txBody>
          <a:bodyPr>
            <a:normAutofit fontScale="90000"/>
          </a:bodyPr>
          <a:lstStyle/>
          <a:p>
            <a:r>
              <a:rPr dirty="0"/>
              <a:t>Solar Powered</a:t>
            </a:r>
            <a:r>
              <a:rPr lang="en-IN" dirty="0"/>
              <a:t>-</a:t>
            </a:r>
            <a:r>
              <a:rPr dirty="0"/>
              <a:t>Remote Controlled Grass Cutter Robot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sz="2400" dirty="0"/>
              <a:t>Mini Project</a:t>
            </a:r>
          </a:p>
          <a:p>
            <a:r>
              <a:rPr sz="2400" dirty="0"/>
              <a:t>Electronics and Communication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0B205-AF8C-0CFD-6271-36EEBB319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group no. 17</a:t>
            </a:r>
            <a:br>
              <a:rPr lang="en-IN" dirty="0"/>
            </a:br>
            <a:r>
              <a:rPr lang="en-IN" dirty="0"/>
              <a:t> members: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5B54-940D-45E5-8F75-EBD77FDD8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Radhika M(133)</a:t>
            </a:r>
          </a:p>
          <a:p>
            <a:r>
              <a:rPr lang="en-IN" sz="2400" dirty="0"/>
              <a:t>Vaishnavi C A(169)</a:t>
            </a:r>
          </a:p>
          <a:p>
            <a:r>
              <a:rPr lang="en-IN" sz="2400" dirty="0"/>
              <a:t>Rahul Manoharan(135)</a:t>
            </a:r>
          </a:p>
          <a:p>
            <a:r>
              <a:rPr lang="en-IN" sz="2400" dirty="0"/>
              <a:t>Rahul Krishna H(134)</a:t>
            </a:r>
          </a:p>
        </p:txBody>
      </p:sp>
    </p:spTree>
    <p:extLst>
      <p:ext uri="{BB962C8B-B14F-4D97-AF65-F5344CB8AC3E}">
        <p14:creationId xmlns:p14="http://schemas.microsoft.com/office/powerpoint/2010/main" val="390061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4861-C2A1-AB87-0FB3-52DD3035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F6103-3855-1FA4-BDFF-EA0A74F04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Automation is increasingly used in agriculture and lawn maintenance.</a:t>
            </a:r>
          </a:p>
          <a:p>
            <a:r>
              <a:rPr lang="en-US" sz="2000" dirty="0"/>
              <a:t> Traditional grass cutting requires human effort and fuel-based machines.</a:t>
            </a:r>
          </a:p>
          <a:p>
            <a:r>
              <a:rPr lang="en-US" sz="2000" dirty="0"/>
              <a:t>These machines cause pollution and require constant supervision.</a:t>
            </a:r>
          </a:p>
          <a:p>
            <a:r>
              <a:rPr lang="en-US" sz="2000" dirty="0"/>
              <a:t> Our project introduces a solar-powered robotic solution.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2068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E72AA-F26E-CDFC-6A67-F2D0E1D4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1193E-E7A7-29C8-C66C-3933BF903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Manual grass cutting is time consuming.</a:t>
            </a:r>
          </a:p>
          <a:p>
            <a:r>
              <a:rPr lang="en-US" sz="2000" dirty="0"/>
              <a:t> Fuel powered machines cause environmental pollution.</a:t>
            </a:r>
          </a:p>
          <a:p>
            <a:r>
              <a:rPr lang="en-US" sz="2000" dirty="0"/>
              <a:t> Electric cutters require continuous wired power.</a:t>
            </a:r>
          </a:p>
          <a:p>
            <a:r>
              <a:rPr lang="en-US" sz="2000" dirty="0"/>
              <a:t> Safety risks for the operator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736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To design and develop a solar powered grass cutter robot.</a:t>
            </a:r>
          </a:p>
          <a:p>
            <a:r>
              <a:rPr sz="2000" dirty="0"/>
              <a:t>To reduce human effort in lawn maintenance.</a:t>
            </a:r>
          </a:p>
          <a:p>
            <a:r>
              <a:rPr sz="2000" dirty="0"/>
              <a:t>To utilize renewable energy for eco‑friendly operation.</a:t>
            </a:r>
          </a:p>
          <a:p>
            <a:r>
              <a:rPr sz="2000" dirty="0"/>
              <a:t>To control the robot wirelessly.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dirty="0"/>
              <a:t>Solar Panel </a:t>
            </a:r>
            <a:endParaRPr lang="en-IN" dirty="0"/>
          </a:p>
          <a:p>
            <a:r>
              <a:rPr dirty="0"/>
              <a:t>Rechargeable Battery</a:t>
            </a:r>
            <a:endParaRPr lang="en-IN" dirty="0"/>
          </a:p>
          <a:p>
            <a:r>
              <a:rPr lang="en-IN" dirty="0"/>
              <a:t>Charge controller </a:t>
            </a:r>
            <a:endParaRPr dirty="0"/>
          </a:p>
          <a:p>
            <a:r>
              <a:rPr lang="en-IN" dirty="0"/>
              <a:t>HC-05 Bluetooth module</a:t>
            </a:r>
          </a:p>
          <a:p>
            <a:r>
              <a:rPr dirty="0"/>
              <a:t>Arduino UNO</a:t>
            </a:r>
          </a:p>
          <a:p>
            <a:r>
              <a:rPr dirty="0"/>
              <a:t>Motor Driver Modules </a:t>
            </a:r>
          </a:p>
          <a:p>
            <a:r>
              <a:rPr dirty="0"/>
              <a:t>DC Geared Motors</a:t>
            </a:r>
          </a:p>
          <a:p>
            <a:r>
              <a:rPr dirty="0"/>
              <a:t>DC Cutter Motor </a:t>
            </a:r>
          </a:p>
          <a:p>
            <a:r>
              <a:rPr dirty="0"/>
              <a:t>Relay Module</a:t>
            </a:r>
          </a:p>
          <a:p>
            <a:r>
              <a:rPr dirty="0"/>
              <a:t>Buck Converter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400" dirty="0"/>
              <a:t>Solar panel charges the battery during sunlight.</a:t>
            </a:r>
          </a:p>
          <a:p>
            <a:r>
              <a:rPr lang="en-IN" sz="2400" dirty="0"/>
              <a:t>Bluetooth module </a:t>
            </a:r>
            <a:r>
              <a:rPr sz="2400" dirty="0"/>
              <a:t>receives control commands wirelessly.</a:t>
            </a:r>
            <a:endParaRPr lang="en-IN" sz="2400" dirty="0"/>
          </a:p>
          <a:p>
            <a:r>
              <a:rPr lang="en-IN" sz="2400" dirty="0"/>
              <a:t>Commands are given and controlled through Arduino.</a:t>
            </a:r>
            <a:endParaRPr sz="2400" dirty="0"/>
          </a:p>
          <a:p>
            <a:r>
              <a:rPr sz="2400" dirty="0"/>
              <a:t>Motor drivers rotate wheels based on commands.</a:t>
            </a:r>
          </a:p>
          <a:p>
            <a:r>
              <a:rPr sz="2400" dirty="0"/>
              <a:t>Relay activates the cutter motor for grass cutting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 Panel → Battery → Buck Converter</a:t>
            </a:r>
          </a:p>
          <a:p>
            <a:r>
              <a:t>Power Supply → ESP32 &amp; Arduino UNO</a:t>
            </a:r>
          </a:p>
          <a:p>
            <a:r>
              <a:t>ESP32 → Motor Driver → Wheel Motors</a:t>
            </a:r>
          </a:p>
          <a:p>
            <a:r>
              <a:t>Arduino UNO → Relay → Cutter Motor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D3505-F023-10FA-B6DD-C5BBC29CD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86"/>
            <a:ext cx="9144000" cy="66564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 panel charges the 12V battery.</a:t>
            </a:r>
          </a:p>
          <a:p>
            <a:r>
              <a:t>Buck converter steps down voltage for controllers.</a:t>
            </a:r>
          </a:p>
          <a:p>
            <a:r>
              <a:t>ESP32 controls robot movement via motor drivers.</a:t>
            </a:r>
          </a:p>
          <a:p>
            <a:r>
              <a:t>Relay controls cutter motor ON/OFF operation.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9AAACA-ED7B-F8C8-3C99-C38E8C7A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9" y="619432"/>
            <a:ext cx="8416414" cy="58108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51DA43-3BA0-54B6-5E76-317880315267}"/>
              </a:ext>
            </a:extLst>
          </p:cNvPr>
          <p:cNvSpPr txBox="1"/>
          <p:nvPr/>
        </p:nvSpPr>
        <p:spPr>
          <a:xfrm>
            <a:off x="2708914" y="135315"/>
            <a:ext cx="36868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dirty="0"/>
              <a:t>CIRCUIT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E1388-9512-268C-0F9B-438F3D35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793" y="275550"/>
            <a:ext cx="4628500" cy="501510"/>
          </a:xfrm>
        </p:spPr>
        <p:txBody>
          <a:bodyPr>
            <a:normAutofit fontScale="90000"/>
          </a:bodyPr>
          <a:lstStyle/>
          <a:p>
            <a:r>
              <a:rPr lang="en-IN" dirty="0"/>
              <a:t>ARDUINO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6A267-A2B0-E173-8982-93B196B50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407" y="1137262"/>
            <a:ext cx="6170393" cy="4583475"/>
          </a:xfrm>
        </p:spPr>
        <p:txBody>
          <a:bodyPr>
            <a:normAutofit/>
          </a:bodyPr>
          <a:lstStyle/>
          <a:p>
            <a:r>
              <a:rPr lang="en-IN" sz="1100" dirty="0"/>
              <a:t>// --- Pin Definitions ---
// Connect these pins from Arduino to the L298N Motor Driver
</a:t>
            </a:r>
            <a:r>
              <a:rPr lang="en-IN" sz="1100" dirty="0" err="1"/>
              <a:t>const</a:t>
            </a:r>
            <a:r>
              <a:rPr lang="en-IN" sz="1100" dirty="0"/>
              <a:t> </a:t>
            </a:r>
            <a:r>
              <a:rPr lang="en-IN" sz="1100" dirty="0" err="1"/>
              <a:t>int</a:t>
            </a:r>
            <a:r>
              <a:rPr lang="en-IN" sz="1100" dirty="0"/>
              <a:t> IN1 = 8;  // Left motors
</a:t>
            </a:r>
            <a:r>
              <a:rPr lang="en-IN" sz="1100" dirty="0" err="1"/>
              <a:t>const</a:t>
            </a:r>
            <a:r>
              <a:rPr lang="en-IN" sz="1100" dirty="0"/>
              <a:t> </a:t>
            </a:r>
            <a:r>
              <a:rPr lang="en-IN" sz="1100" dirty="0" err="1"/>
              <a:t>int</a:t>
            </a:r>
            <a:r>
              <a:rPr lang="en-IN" sz="1100" dirty="0"/>
              <a:t> IN2 = 9;  // Left motors
</a:t>
            </a:r>
            <a:r>
              <a:rPr lang="en-IN" sz="1100" dirty="0" err="1"/>
              <a:t>const</a:t>
            </a:r>
            <a:r>
              <a:rPr lang="en-IN" sz="1100" dirty="0"/>
              <a:t> </a:t>
            </a:r>
            <a:r>
              <a:rPr lang="en-IN" sz="1100" dirty="0" err="1"/>
              <a:t>int</a:t>
            </a:r>
            <a:r>
              <a:rPr lang="en-IN" sz="1100" dirty="0"/>
              <a:t> IN3 = 10; // Right motors
</a:t>
            </a:r>
            <a:r>
              <a:rPr lang="en-IN" sz="1100" dirty="0" err="1"/>
              <a:t>const</a:t>
            </a:r>
            <a:r>
              <a:rPr lang="en-IN" sz="1100" dirty="0"/>
              <a:t> </a:t>
            </a:r>
            <a:r>
              <a:rPr lang="en-IN" sz="1100" dirty="0" err="1"/>
              <a:t>int</a:t>
            </a:r>
            <a:r>
              <a:rPr lang="en-IN" sz="1100" dirty="0"/>
              <a:t> IN4 = 11; // Right motors
// If you have a relay for the cutter blade
</a:t>
            </a:r>
            <a:r>
              <a:rPr lang="en-IN" sz="1100" dirty="0" err="1"/>
              <a:t>const</a:t>
            </a:r>
            <a:r>
              <a:rPr lang="en-IN" sz="1100" dirty="0"/>
              <a:t> </a:t>
            </a:r>
            <a:r>
              <a:rPr lang="en-IN" sz="1100" dirty="0" err="1"/>
              <a:t>int</a:t>
            </a:r>
            <a:r>
              <a:rPr lang="en-IN" sz="1100" dirty="0"/>
              <a:t> CUTTER_RELAY = 12; 
char command; // Variable to store incoming Bluetooth data</a:t>
            </a:r>
          </a:p>
          <a:p>
            <a:r>
              <a:rPr lang="en-IN" sz="1100" dirty="0"/>
              <a:t>Void setup() {
  // Set all motor pins as outputs
  </a:t>
            </a:r>
            <a:r>
              <a:rPr lang="en-IN" sz="1100" dirty="0" err="1"/>
              <a:t>pinMode</a:t>
            </a:r>
            <a:r>
              <a:rPr lang="en-IN" sz="1100" dirty="0"/>
              <a:t>(IN1, OUTPUT);
  </a:t>
            </a:r>
            <a:r>
              <a:rPr lang="en-IN" sz="1100" dirty="0" err="1"/>
              <a:t>pinMode</a:t>
            </a:r>
            <a:r>
              <a:rPr lang="en-IN" sz="1100" dirty="0"/>
              <a:t>(IN2, OUTPUT);
  </a:t>
            </a:r>
            <a:r>
              <a:rPr lang="en-IN" sz="1100" dirty="0" err="1"/>
              <a:t>pinMode</a:t>
            </a:r>
            <a:r>
              <a:rPr lang="en-IN" sz="1100" dirty="0"/>
              <a:t>(IN3, OUTPUT);
  </a:t>
            </a:r>
            <a:r>
              <a:rPr lang="en-IN" sz="1100" dirty="0" err="1"/>
              <a:t>pinMode</a:t>
            </a:r>
            <a:r>
              <a:rPr lang="en-IN" sz="1100" dirty="0"/>
              <a:t>(IN4, OUTPUT);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27509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F42F-F6CD-DCB5-F50A-1C15D1B0B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3840" y="359310"/>
            <a:ext cx="4836319" cy="553283"/>
          </a:xfrm>
        </p:spPr>
        <p:txBody>
          <a:bodyPr>
            <a:normAutofit fontScale="90000"/>
          </a:bodyPr>
          <a:lstStyle/>
          <a:p>
            <a:r>
              <a:rPr lang="en-IN" dirty="0"/>
              <a:t>ARDUINO CODE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484C8-BF71-4E66-3198-E3879D868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7368" y="1174625"/>
            <a:ext cx="5926432" cy="4565403"/>
          </a:xfrm>
        </p:spPr>
        <p:txBody>
          <a:bodyPr>
            <a:normAutofit fontScale="25000" lnSpcReduction="20000"/>
          </a:bodyPr>
          <a:lstStyle/>
          <a:p>
            <a:r>
              <a:rPr lang="en-IN" sz="4200" dirty="0"/>
              <a:t>// Set cutter relay as output
  </a:t>
            </a:r>
            <a:r>
              <a:rPr lang="en-IN" sz="4200" dirty="0" err="1"/>
              <a:t>pinMode</a:t>
            </a:r>
            <a:r>
              <a:rPr lang="en-IN" sz="4200" dirty="0"/>
              <a:t>(CUTTER_RELAY, OUTPUT);
  </a:t>
            </a:r>
            <a:r>
              <a:rPr lang="en-IN" sz="4200" dirty="0" err="1"/>
              <a:t>digitalWrite</a:t>
            </a:r>
            <a:r>
              <a:rPr lang="en-IN" sz="4200" dirty="0"/>
              <a:t>(CUTTER_RELAY, LOW); // Start with cutter OFF
  // Start Serial communication at 9600 baud for Bluetooth
  </a:t>
            </a:r>
            <a:r>
              <a:rPr lang="en-IN" sz="4200" dirty="0" err="1"/>
              <a:t>Serial.begin</a:t>
            </a:r>
            <a:r>
              <a:rPr lang="en-IN" sz="4200" dirty="0"/>
              <a:t>(9600);}
void loop() {
  if (</a:t>
            </a:r>
            <a:r>
              <a:rPr lang="en-IN" sz="4200" dirty="0" err="1"/>
              <a:t>Serial.available</a:t>
            </a:r>
            <a:r>
              <a:rPr lang="en-IN" sz="4200" dirty="0"/>
              <a:t>() &gt; 0) {
    command = </a:t>
            </a:r>
            <a:r>
              <a:rPr lang="en-IN" sz="4200" dirty="0" err="1"/>
              <a:t>Serial.read</a:t>
            </a:r>
            <a:r>
              <a:rPr lang="en-IN" sz="4200" dirty="0"/>
              <a:t>(); // Read the character sent from phone
    // Choose action based on the character received
    switch (command) {
      case ‘F’: forward(); break;
      case ‘B’: backward(); break;
      case ‘L’: left(); break;
      case ‘R’: right(); break;
      case ‘S’: </a:t>
            </a:r>
            <a:r>
              <a:rPr lang="en-IN" sz="4200" dirty="0" err="1"/>
              <a:t>stopMotors</a:t>
            </a:r>
            <a:r>
              <a:rPr lang="en-IN" sz="4200" dirty="0"/>
              <a:t>(); break;
      case ‘W’: </a:t>
            </a:r>
            <a:r>
              <a:rPr lang="en-IN" sz="4200" dirty="0" err="1"/>
              <a:t>digitalWrite</a:t>
            </a:r>
            <a:r>
              <a:rPr lang="en-IN" sz="4200" dirty="0"/>
              <a:t>(CUTTER_RELAY, HIGH); break; // Cutter ON
      case ‘w’: </a:t>
            </a:r>
            <a:r>
              <a:rPr lang="en-IN" sz="4200" dirty="0" err="1"/>
              <a:t>digitalWrite</a:t>
            </a:r>
            <a:r>
              <a:rPr lang="en-IN" sz="4200" dirty="0"/>
              <a:t>(CUTTER_RELAY, LOW);  break; // Cutter OFF    }  }}</a:t>
            </a:r>
            <a:r>
              <a:rPr lang="en-IN" dirty="0"/>
              <a:t>
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557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3EAF1-A28D-1EDF-8654-002C63476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254" y="216547"/>
            <a:ext cx="5324691" cy="427690"/>
          </a:xfrm>
        </p:spPr>
        <p:txBody>
          <a:bodyPr>
            <a:normAutofit fontScale="90000"/>
          </a:bodyPr>
          <a:lstStyle/>
          <a:p>
            <a:r>
              <a:rPr lang="en-IN" dirty="0"/>
              <a:t>ARDUINO CODE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F7C47-AC8F-DA15-9419-16DFB923C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1" y="914401"/>
            <a:ext cx="6286500" cy="4825628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// --- Direction</a:t>
            </a:r>
          </a:p>
          <a:p>
            <a:r>
              <a:rPr lang="en-IN" dirty="0"/>
              <a:t> Functions ---
void forward() {
  </a:t>
            </a:r>
            <a:r>
              <a:rPr lang="en-IN" dirty="0" err="1"/>
              <a:t>digitalWrite</a:t>
            </a:r>
            <a:r>
              <a:rPr lang="en-IN" dirty="0"/>
              <a:t>(IN1, HIGH); </a:t>
            </a:r>
            <a:r>
              <a:rPr lang="en-IN" dirty="0" err="1"/>
              <a:t>digitalWrite</a:t>
            </a:r>
            <a:r>
              <a:rPr lang="en-IN" dirty="0"/>
              <a:t>(IN2, LOW);
  </a:t>
            </a:r>
            <a:r>
              <a:rPr lang="en-IN" dirty="0" err="1"/>
              <a:t>digitalWrite</a:t>
            </a:r>
            <a:r>
              <a:rPr lang="en-IN" dirty="0"/>
              <a:t>(IN3, HIGH); </a:t>
            </a:r>
            <a:r>
              <a:rPr lang="en-IN" dirty="0" err="1"/>
              <a:t>digitalWrite</a:t>
            </a:r>
            <a:r>
              <a:rPr lang="en-IN" dirty="0"/>
              <a:t>(IN4, LOW);}
void backward() {
  </a:t>
            </a:r>
            <a:r>
              <a:rPr lang="en-IN" dirty="0" err="1"/>
              <a:t>digitalWrite</a:t>
            </a:r>
            <a:r>
              <a:rPr lang="en-IN" dirty="0"/>
              <a:t>(IN1, LOW); </a:t>
            </a:r>
            <a:r>
              <a:rPr lang="en-IN" dirty="0" err="1"/>
              <a:t>digitalWrite</a:t>
            </a:r>
            <a:r>
              <a:rPr lang="en-IN" dirty="0"/>
              <a:t>(IN2, HIGH);
  </a:t>
            </a:r>
            <a:r>
              <a:rPr lang="en-IN" dirty="0" err="1"/>
              <a:t>digitalWrite</a:t>
            </a:r>
            <a:r>
              <a:rPr lang="en-IN" dirty="0"/>
              <a:t>(IN3, LOW); </a:t>
            </a:r>
            <a:r>
              <a:rPr lang="en-IN" dirty="0" err="1"/>
              <a:t>digitalWrite</a:t>
            </a:r>
            <a:r>
              <a:rPr lang="en-IN" dirty="0"/>
              <a:t>(IN4, HIGH) }
void left() {
  </a:t>
            </a:r>
            <a:r>
              <a:rPr lang="en-IN" dirty="0" err="1"/>
              <a:t>digitalWrite</a:t>
            </a:r>
            <a:r>
              <a:rPr lang="en-IN" dirty="0"/>
              <a:t>(IN1, LOW);  </a:t>
            </a:r>
            <a:r>
              <a:rPr lang="en-IN" dirty="0" err="1"/>
              <a:t>digitalWrite</a:t>
            </a:r>
            <a:r>
              <a:rPr lang="en-IN" dirty="0"/>
              <a:t>(IN2, HIGH); // Left moves back
  </a:t>
            </a:r>
            <a:r>
              <a:rPr lang="en-IN" dirty="0" err="1"/>
              <a:t>digitalWrite</a:t>
            </a:r>
            <a:r>
              <a:rPr lang="en-IN" dirty="0"/>
              <a:t>(IN3, HIGH); </a:t>
            </a:r>
            <a:r>
              <a:rPr lang="en-IN" dirty="0" err="1"/>
              <a:t>digitalWrite</a:t>
            </a:r>
            <a:r>
              <a:rPr lang="en-IN" dirty="0"/>
              <a:t>(IN4, LOW);  // Right moves forward}</a:t>
            </a:r>
          </a:p>
          <a:p>
            <a:r>
              <a:rPr lang="en-IN" dirty="0"/>
              <a:t>Void right() {
  </a:t>
            </a:r>
            <a:r>
              <a:rPr lang="en-IN" dirty="0" err="1"/>
              <a:t>digitalWrite</a:t>
            </a:r>
            <a:r>
              <a:rPr lang="en-IN" dirty="0"/>
              <a:t>(IN1, HIGH); </a:t>
            </a:r>
            <a:r>
              <a:rPr lang="en-IN" dirty="0" err="1"/>
              <a:t>digitalWrite</a:t>
            </a:r>
            <a:r>
              <a:rPr lang="en-IN" dirty="0"/>
              <a:t>(IN2, LOW);  // Left moves forward
  </a:t>
            </a:r>
            <a:r>
              <a:rPr lang="en-IN" dirty="0" err="1"/>
              <a:t>digitalWrite</a:t>
            </a:r>
            <a:r>
              <a:rPr lang="en-IN" dirty="0"/>
              <a:t>(IN3, LOW);  </a:t>
            </a:r>
            <a:r>
              <a:rPr lang="en-IN" dirty="0" err="1"/>
              <a:t>digitalWrite</a:t>
            </a:r>
            <a:r>
              <a:rPr lang="en-IN" dirty="0"/>
              <a:t>(IN4, HIGH); // Right moves back }
void </a:t>
            </a:r>
            <a:r>
              <a:rPr lang="en-IN" dirty="0" err="1"/>
              <a:t>stopMotors</a:t>
            </a:r>
            <a:r>
              <a:rPr lang="en-IN" dirty="0"/>
              <a:t>() {
  </a:t>
            </a:r>
            <a:r>
              <a:rPr lang="en-IN" dirty="0" err="1"/>
              <a:t>digitalWrite</a:t>
            </a:r>
            <a:r>
              <a:rPr lang="en-IN" dirty="0"/>
              <a:t>(IN1, LOW); </a:t>
            </a:r>
            <a:r>
              <a:rPr lang="en-IN" dirty="0" err="1"/>
              <a:t>digitalWrite</a:t>
            </a:r>
            <a:r>
              <a:rPr lang="en-IN" dirty="0"/>
              <a:t>(IN2, LOW);
  </a:t>
            </a:r>
            <a:r>
              <a:rPr lang="en-IN" dirty="0" err="1"/>
              <a:t>digitalWrite</a:t>
            </a:r>
            <a:r>
              <a:rPr lang="en-IN" dirty="0"/>
              <a:t>(IN3, LOW); </a:t>
            </a:r>
            <a:r>
              <a:rPr lang="en-IN" dirty="0" err="1"/>
              <a:t>digitalWrite</a:t>
            </a:r>
            <a:r>
              <a:rPr lang="en-IN" dirty="0"/>
              <a:t>(IN4, LOW);
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72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21DB8-BC28-8ECD-9790-4762961D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61C60-52B1-D59F-27AD-C1BF81F86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80" y="627711"/>
            <a:ext cx="4323855" cy="56025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30D5EF-CBA7-2A7B-3DF3-8457C295B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27712"/>
            <a:ext cx="4111780" cy="5602577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19F48D-4A95-F66C-71B2-9CBCCE13C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098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222A-41D4-C8CD-8753-1D4DE9C12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Faced During Hardware 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641A7-3493-0B91-ECFC-6ED5AEF66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6800" dirty="0"/>
              <a:t>Motor driver overheating when four motors were connected to a single  driver.</a:t>
            </a:r>
          </a:p>
          <a:p>
            <a:r>
              <a:rPr lang="en-US" sz="6800" dirty="0"/>
              <a:t> High current requirement from DC motors causing voltage drops.</a:t>
            </a:r>
          </a:p>
          <a:p>
            <a:r>
              <a:rPr lang="en-US" sz="6800" dirty="0"/>
              <a:t> Difficulty in smooth turning due to friction between wheels and ground.</a:t>
            </a:r>
          </a:p>
          <a:p>
            <a:r>
              <a:rPr lang="en-US" sz="6800" dirty="0"/>
              <a:t> Bluetooth communication delay or disconnection during testing.</a:t>
            </a:r>
          </a:p>
          <a:p>
            <a:r>
              <a:rPr lang="en-US" sz="6800" dirty="0"/>
              <a:t> Power management issues when integrating solar panel, battery, and buck converter.</a:t>
            </a:r>
          </a:p>
          <a:p>
            <a:r>
              <a:rPr lang="en-US" sz="6800" dirty="0"/>
              <a:t>Mechanical alignment of cutter blade and motor coupling.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03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Gardens and lawns</a:t>
            </a:r>
          </a:p>
          <a:p>
            <a:r>
              <a:rPr sz="2800" dirty="0"/>
              <a:t>Agricultural fields</a:t>
            </a:r>
          </a:p>
          <a:p>
            <a:r>
              <a:rPr sz="2800" dirty="0"/>
              <a:t>Public parks</a:t>
            </a:r>
          </a:p>
          <a:p>
            <a:r>
              <a:rPr sz="2800" dirty="0"/>
              <a:t>Residential and industrial areas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F0A3F-6197-57F3-DCB2-B630A044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BF272-CE7B-1A9C-210E-940BE3DD2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2000" dirty="0"/>
              <a:t>Eco‑friendly system using solar energy.</a:t>
            </a:r>
          </a:p>
          <a:p>
            <a:r>
              <a:rPr lang="en-US" sz="2000" dirty="0"/>
              <a:t> Reduces human effort.</a:t>
            </a:r>
          </a:p>
          <a:p>
            <a:r>
              <a:rPr lang="en-US" sz="2000" dirty="0"/>
              <a:t> Wireless remote operation.</a:t>
            </a:r>
          </a:p>
          <a:p>
            <a:r>
              <a:rPr lang="en-US" sz="2000" dirty="0"/>
              <a:t> Low operational cost.</a:t>
            </a:r>
          </a:p>
          <a:p>
            <a:r>
              <a:rPr lang="en-US" sz="2000" dirty="0"/>
              <a:t> Suitable for small lawns and gardens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01929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Eco‑friendly and energy‑efficient solution.</a:t>
            </a:r>
          </a:p>
          <a:p>
            <a:r>
              <a:rPr sz="2000" dirty="0"/>
              <a:t>Reduces manual effort in grass cutting.</a:t>
            </a:r>
          </a:p>
          <a:p>
            <a:r>
              <a:rPr sz="2000" dirty="0"/>
              <a:t>Suitable for small‑scale lawn maintenance.</a:t>
            </a:r>
          </a:p>
          <a:p>
            <a:r>
              <a:rPr sz="2000" dirty="0"/>
              <a:t>Future enhancement: automatic obstacle avoidance.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B2912-9786-EFAB-1AA3-BA2380389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27CB6-C8E8-2143-E8EB-99F9D3D25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210223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84</TotalTime>
  <Words>515</Words>
  <Application>Microsoft Office PowerPoint</Application>
  <PresentationFormat>On-screen Show (4:3)</PresentationFormat>
  <Paragraphs>90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Parcel</vt:lpstr>
      <vt:lpstr>Solar Powered-Remote Controlled Grass Cutter Robot</vt:lpstr>
      <vt:lpstr> group no. 17  members:</vt:lpstr>
      <vt:lpstr>INTRODUCTION</vt:lpstr>
      <vt:lpstr>Problem Statement</vt:lpstr>
      <vt:lpstr>Objective</vt:lpstr>
      <vt:lpstr>Components Used</vt:lpstr>
      <vt:lpstr>Working Principle</vt:lpstr>
      <vt:lpstr>Block Diagram</vt:lpstr>
      <vt:lpstr>Circuit Diagram</vt:lpstr>
      <vt:lpstr>ARDUINO Code</vt:lpstr>
      <vt:lpstr>ARDUINO CODE </vt:lpstr>
      <vt:lpstr>ARDUINO CODE </vt:lpstr>
      <vt:lpstr>PowerPoint Presentation</vt:lpstr>
      <vt:lpstr>Problems Faced During Hardware Implementation</vt:lpstr>
      <vt:lpstr>Applications</vt:lpstr>
      <vt:lpstr>Advantages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Powered-Remote Controlled Grass Cutter Robot</dc:title>
  <dc:subject/>
  <dc:creator/>
  <cp:keywords/>
  <dc:description>generated using python-pptx</dc:description>
  <cp:lastModifiedBy>Vaishnavi C A</cp:lastModifiedBy>
  <cp:revision>5</cp:revision>
  <dcterms:created xsi:type="dcterms:W3CDTF">2013-01-27T09:14:16Z</dcterms:created>
  <dcterms:modified xsi:type="dcterms:W3CDTF">2026-03-18T07:13:23Z</dcterms:modified>
  <cp:category/>
</cp:coreProperties>
</file>